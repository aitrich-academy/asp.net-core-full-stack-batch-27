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3" r:id="rId3"/>
    <p:sldId id="257" r:id="rId4"/>
    <p:sldId id="259" r:id="rId5"/>
    <p:sldId id="262" r:id="rId6"/>
    <p:sldId id="264" r:id="rId7"/>
    <p:sldId id="266" r:id="rId8"/>
    <p:sldId id="261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30E707-A84C-4BB8-ABFE-22A85AF2ADEB}" v="34" dt="2025-01-15T05:43:50.3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001" autoAdjust="0"/>
  </p:normalViewPr>
  <p:slideViewPr>
    <p:cSldViewPr snapToGrid="0">
      <p:cViewPr varScale="1">
        <p:scale>
          <a:sx n="76" d="100"/>
          <a:sy n="76" d="100"/>
        </p:scale>
        <p:origin x="96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ashok" userId="6b94e82a6ad318eb" providerId="LiveId" clId="{D430E707-A84C-4BB8-ABFE-22A85AF2ADEB}"/>
    <pc:docChg chg="undo redo custSel addSld delSld modSld sldOrd">
      <pc:chgData name="ayush ashok" userId="6b94e82a6ad318eb" providerId="LiveId" clId="{D430E707-A84C-4BB8-ABFE-22A85AF2ADEB}" dt="2025-01-15T06:39:51.151" v="839" actId="732"/>
      <pc:docMkLst>
        <pc:docMk/>
      </pc:docMkLst>
      <pc:sldChg chg="del">
        <pc:chgData name="ayush ashok" userId="6b94e82a6ad318eb" providerId="LiveId" clId="{D430E707-A84C-4BB8-ABFE-22A85AF2ADEB}" dt="2025-01-15T06:39:32.804" v="834" actId="2696"/>
        <pc:sldMkLst>
          <pc:docMk/>
          <pc:sldMk cId="2449543195" sldId="256"/>
        </pc:sldMkLst>
      </pc:sldChg>
      <pc:sldChg chg="addSp modSp mod">
        <pc:chgData name="ayush ashok" userId="6b94e82a6ad318eb" providerId="LiveId" clId="{D430E707-A84C-4BB8-ABFE-22A85AF2ADEB}" dt="2025-01-15T03:57:55.255" v="385"/>
        <pc:sldMkLst>
          <pc:docMk/>
          <pc:sldMk cId="1593680102" sldId="257"/>
        </pc:sldMkLst>
        <pc:spChg chg="mod">
          <ac:chgData name="ayush ashok" userId="6b94e82a6ad318eb" providerId="LiveId" clId="{D430E707-A84C-4BB8-ABFE-22A85AF2ADEB}" dt="2025-01-15T03:55:59.150" v="370"/>
          <ac:spMkLst>
            <pc:docMk/>
            <pc:sldMk cId="1593680102" sldId="257"/>
            <ac:spMk id="3" creationId="{D8ADF27D-4936-6593-CB5B-9E0A1BC19E71}"/>
          </ac:spMkLst>
        </pc:spChg>
        <pc:spChg chg="add mod">
          <ac:chgData name="ayush ashok" userId="6b94e82a6ad318eb" providerId="LiveId" clId="{D430E707-A84C-4BB8-ABFE-22A85AF2ADEB}" dt="2025-01-15T03:55:48.474" v="367" actId="27636"/>
          <ac:spMkLst>
            <pc:docMk/>
            <pc:sldMk cId="1593680102" sldId="257"/>
            <ac:spMk id="4" creationId="{9E373365-16CB-F5D6-028B-30B341B18E62}"/>
          </ac:spMkLst>
        </pc:spChg>
        <pc:spChg chg="add mod">
          <ac:chgData name="ayush ashok" userId="6b94e82a6ad318eb" providerId="LiveId" clId="{D430E707-A84C-4BB8-ABFE-22A85AF2ADEB}" dt="2025-01-15T03:57:55.255" v="385"/>
          <ac:spMkLst>
            <pc:docMk/>
            <pc:sldMk cId="1593680102" sldId="257"/>
            <ac:spMk id="5" creationId="{A2B49C5A-C5D3-EC97-0C55-49D6B0D623E8}"/>
          </ac:spMkLst>
        </pc:spChg>
      </pc:sldChg>
      <pc:sldChg chg="addSp modSp mod ord">
        <pc:chgData name="ayush ashok" userId="6b94e82a6ad318eb" providerId="LiveId" clId="{D430E707-A84C-4BB8-ABFE-22A85AF2ADEB}" dt="2025-01-15T05:45:59.550" v="827"/>
        <pc:sldMkLst>
          <pc:docMk/>
          <pc:sldMk cId="3904914585" sldId="258"/>
        </pc:sldMkLst>
        <pc:spChg chg="mod">
          <ac:chgData name="ayush ashok" userId="6b94e82a6ad318eb" providerId="LiveId" clId="{D430E707-A84C-4BB8-ABFE-22A85AF2ADEB}" dt="2025-01-15T04:08:47.992" v="419" actId="14100"/>
          <ac:spMkLst>
            <pc:docMk/>
            <pc:sldMk cId="3904914585" sldId="258"/>
            <ac:spMk id="3" creationId="{72528280-B67E-F756-E90F-FBA39EB6072A}"/>
          </ac:spMkLst>
        </pc:spChg>
        <pc:spChg chg="add mod">
          <ac:chgData name="ayush ashok" userId="6b94e82a6ad318eb" providerId="LiveId" clId="{D430E707-A84C-4BB8-ABFE-22A85AF2ADEB}" dt="2025-01-15T04:09:29.453" v="430" actId="207"/>
          <ac:spMkLst>
            <pc:docMk/>
            <pc:sldMk cId="3904914585" sldId="258"/>
            <ac:spMk id="4" creationId="{4C360F21-B488-BBED-C744-A4575A17D7FA}"/>
          </ac:spMkLst>
        </pc:spChg>
      </pc:sldChg>
      <pc:sldChg chg="addSp delSp modSp mod">
        <pc:chgData name="ayush ashok" userId="6b94e82a6ad318eb" providerId="LiveId" clId="{D430E707-A84C-4BB8-ABFE-22A85AF2ADEB}" dt="2025-01-15T04:32:12.839" v="681"/>
        <pc:sldMkLst>
          <pc:docMk/>
          <pc:sldMk cId="854801905" sldId="259"/>
        </pc:sldMkLst>
        <pc:spChg chg="mod">
          <ac:chgData name="ayush ashok" userId="6b94e82a6ad318eb" providerId="LiveId" clId="{D430E707-A84C-4BB8-ABFE-22A85AF2ADEB}" dt="2025-01-15T04:15:35.388" v="489" actId="207"/>
          <ac:spMkLst>
            <pc:docMk/>
            <pc:sldMk cId="854801905" sldId="259"/>
            <ac:spMk id="3" creationId="{48164539-A0B5-F3C3-4857-033FF2C4DE5B}"/>
          </ac:spMkLst>
        </pc:spChg>
        <pc:spChg chg="add mod">
          <ac:chgData name="ayush ashok" userId="6b94e82a6ad318eb" providerId="LiveId" clId="{D430E707-A84C-4BB8-ABFE-22A85AF2ADEB}" dt="2025-01-15T04:32:12.839" v="681"/>
          <ac:spMkLst>
            <pc:docMk/>
            <pc:sldMk cId="854801905" sldId="259"/>
            <ac:spMk id="4" creationId="{AD35DFE3-A57B-9677-B67A-769C434E2502}"/>
          </ac:spMkLst>
        </pc:spChg>
        <pc:spChg chg="add">
          <ac:chgData name="ayush ashok" userId="6b94e82a6ad318eb" providerId="LiveId" clId="{D430E707-A84C-4BB8-ABFE-22A85AF2ADEB}" dt="2025-01-15T04:14:40.967" v="468"/>
          <ac:spMkLst>
            <pc:docMk/>
            <pc:sldMk cId="854801905" sldId="259"/>
            <ac:spMk id="5" creationId="{43EF3C4A-5A0E-548C-DC26-4AB888E71B4A}"/>
          </ac:spMkLst>
        </pc:spChg>
        <pc:spChg chg="add del mod">
          <ac:chgData name="ayush ashok" userId="6b94e82a6ad318eb" providerId="LiveId" clId="{D430E707-A84C-4BB8-ABFE-22A85AF2ADEB}" dt="2025-01-15T04:15:20.646" v="488"/>
          <ac:spMkLst>
            <pc:docMk/>
            <pc:sldMk cId="854801905" sldId="259"/>
            <ac:spMk id="6" creationId="{21AE64B8-D170-0894-062D-B16B089C91E8}"/>
          </ac:spMkLst>
        </pc:spChg>
      </pc:sldChg>
      <pc:sldChg chg="addSp delSp modSp del mod">
        <pc:chgData name="ayush ashok" userId="6b94e82a6ad318eb" providerId="LiveId" clId="{D430E707-A84C-4BB8-ABFE-22A85AF2ADEB}" dt="2025-01-15T05:24:50.190" v="800" actId="2696"/>
        <pc:sldMkLst>
          <pc:docMk/>
          <pc:sldMk cId="3437899421" sldId="260"/>
        </pc:sldMkLst>
        <pc:spChg chg="mod">
          <ac:chgData name="ayush ashok" userId="6b94e82a6ad318eb" providerId="LiveId" clId="{D430E707-A84C-4BB8-ABFE-22A85AF2ADEB}" dt="2025-01-15T04:19:06.779" v="609" actId="207"/>
          <ac:spMkLst>
            <pc:docMk/>
            <pc:sldMk cId="3437899421" sldId="260"/>
            <ac:spMk id="3" creationId="{EA3DD896-92BF-B91E-8F41-E9350C03FD68}"/>
          </ac:spMkLst>
        </pc:spChg>
        <pc:spChg chg="add mod">
          <ac:chgData name="ayush ashok" userId="6b94e82a6ad318eb" providerId="LiveId" clId="{D430E707-A84C-4BB8-ABFE-22A85AF2ADEB}" dt="2025-01-15T04:18:36.274" v="607"/>
          <ac:spMkLst>
            <pc:docMk/>
            <pc:sldMk cId="3437899421" sldId="260"/>
            <ac:spMk id="4" creationId="{1718DB72-702C-AF6F-0823-283561A431E6}"/>
          </ac:spMkLst>
        </pc:spChg>
        <pc:spChg chg="add">
          <ac:chgData name="ayush ashok" userId="6b94e82a6ad318eb" providerId="LiveId" clId="{D430E707-A84C-4BB8-ABFE-22A85AF2ADEB}" dt="2025-01-15T04:17:02.067" v="493"/>
          <ac:spMkLst>
            <pc:docMk/>
            <pc:sldMk cId="3437899421" sldId="260"/>
            <ac:spMk id="5" creationId="{4252D663-ED04-B514-FE62-932B311A40F5}"/>
          </ac:spMkLst>
        </pc:spChg>
        <pc:spChg chg="add">
          <ac:chgData name="ayush ashok" userId="6b94e82a6ad318eb" providerId="LiveId" clId="{D430E707-A84C-4BB8-ABFE-22A85AF2ADEB}" dt="2025-01-15T04:17:21.561" v="498"/>
          <ac:spMkLst>
            <pc:docMk/>
            <pc:sldMk cId="3437899421" sldId="260"/>
            <ac:spMk id="6" creationId="{ED565828-2E54-D6E0-5C39-E1DD877A14F4}"/>
          </ac:spMkLst>
        </pc:spChg>
        <pc:spChg chg="add del mod">
          <ac:chgData name="ayush ashok" userId="6b94e82a6ad318eb" providerId="LiveId" clId="{D430E707-A84C-4BB8-ABFE-22A85AF2ADEB}" dt="2025-01-15T04:17:47.873" v="504"/>
          <ac:spMkLst>
            <pc:docMk/>
            <pc:sldMk cId="3437899421" sldId="260"/>
            <ac:spMk id="7" creationId="{6A6A3EAC-5721-5C6E-FC8C-36C62B7F6081}"/>
          </ac:spMkLst>
        </pc:spChg>
        <pc:spChg chg="add del mod">
          <ac:chgData name="ayush ashok" userId="6b94e82a6ad318eb" providerId="LiveId" clId="{D430E707-A84C-4BB8-ABFE-22A85AF2ADEB}" dt="2025-01-15T04:24:41.070" v="645" actId="478"/>
          <ac:spMkLst>
            <pc:docMk/>
            <pc:sldMk cId="3437899421" sldId="260"/>
            <ac:spMk id="8" creationId="{C4D4C8A4-720B-C412-685A-55CFCBDD0BB8}"/>
          </ac:spMkLst>
        </pc:spChg>
      </pc:sldChg>
      <pc:sldChg chg="delSp modSp mod">
        <pc:chgData name="ayush ashok" userId="6b94e82a6ad318eb" providerId="LiveId" clId="{D430E707-A84C-4BB8-ABFE-22A85AF2ADEB}" dt="2025-01-15T04:41:04.248" v="756" actId="478"/>
        <pc:sldMkLst>
          <pc:docMk/>
          <pc:sldMk cId="3873710537" sldId="261"/>
        </pc:sldMkLst>
        <pc:spChg chg="del mod">
          <ac:chgData name="ayush ashok" userId="6b94e82a6ad318eb" providerId="LiveId" clId="{D430E707-A84C-4BB8-ABFE-22A85AF2ADEB}" dt="2025-01-15T04:41:04.248" v="756" actId="478"/>
          <ac:spMkLst>
            <pc:docMk/>
            <pc:sldMk cId="3873710537" sldId="261"/>
            <ac:spMk id="2" creationId="{31C4DA8E-8392-BE8A-659B-69440B539B44}"/>
          </ac:spMkLst>
        </pc:spChg>
        <pc:spChg chg="mod">
          <ac:chgData name="ayush ashok" userId="6b94e82a6ad318eb" providerId="LiveId" clId="{D430E707-A84C-4BB8-ABFE-22A85AF2ADEB}" dt="2025-01-15T04:40:56.348" v="751" actId="14100"/>
          <ac:spMkLst>
            <pc:docMk/>
            <pc:sldMk cId="3873710537" sldId="261"/>
            <ac:spMk id="3" creationId="{FCB9BBDD-0C59-ED07-5FDD-A42190C5E284}"/>
          </ac:spMkLst>
        </pc:spChg>
      </pc:sldChg>
      <pc:sldChg chg="addSp delSp modSp new mod">
        <pc:chgData name="ayush ashok" userId="6b94e82a6ad318eb" providerId="LiveId" clId="{D430E707-A84C-4BB8-ABFE-22A85AF2ADEB}" dt="2025-01-15T04:33:01.294" v="689"/>
        <pc:sldMkLst>
          <pc:docMk/>
          <pc:sldMk cId="527079197" sldId="262"/>
        </pc:sldMkLst>
        <pc:spChg chg="mod">
          <ac:chgData name="ayush ashok" userId="6b94e82a6ad318eb" providerId="LiveId" clId="{D430E707-A84C-4BB8-ABFE-22A85AF2ADEB}" dt="2025-01-14T07:26:07.674" v="275" actId="20577"/>
          <ac:spMkLst>
            <pc:docMk/>
            <pc:sldMk cId="527079197" sldId="262"/>
            <ac:spMk id="2" creationId="{38536385-A0D7-20C5-1637-1EAC7CB0AF05}"/>
          </ac:spMkLst>
        </pc:spChg>
        <pc:spChg chg="add del mod">
          <ac:chgData name="ayush ashok" userId="6b94e82a6ad318eb" providerId="LiveId" clId="{D430E707-A84C-4BB8-ABFE-22A85AF2ADEB}" dt="2025-01-15T04:33:01.294" v="689"/>
          <ac:spMkLst>
            <pc:docMk/>
            <pc:sldMk cId="527079197" sldId="262"/>
            <ac:spMk id="3" creationId="{35A2DE08-AA41-D452-F9E0-519C0E09CE94}"/>
          </ac:spMkLst>
        </pc:spChg>
        <pc:spChg chg="add mod">
          <ac:chgData name="ayush ashok" userId="6b94e82a6ad318eb" providerId="LiveId" clId="{D430E707-A84C-4BB8-ABFE-22A85AF2ADEB}" dt="2025-01-14T07:26:31.604" v="279"/>
          <ac:spMkLst>
            <pc:docMk/>
            <pc:sldMk cId="527079197" sldId="262"/>
            <ac:spMk id="4" creationId="{188A7A96-F598-033C-589C-B1AC18B54B89}"/>
          </ac:spMkLst>
        </pc:spChg>
        <pc:spChg chg="add mod">
          <ac:chgData name="ayush ashok" userId="6b94e82a6ad318eb" providerId="LiveId" clId="{D430E707-A84C-4BB8-ABFE-22A85AF2ADEB}" dt="2025-01-15T04:22:11.424" v="623" actId="1076"/>
          <ac:spMkLst>
            <pc:docMk/>
            <pc:sldMk cId="527079197" sldId="262"/>
            <ac:spMk id="4" creationId="{7A961420-9A76-27F7-C9DE-52058225E896}"/>
          </ac:spMkLst>
        </pc:spChg>
      </pc:sldChg>
      <pc:sldChg chg="new del">
        <pc:chgData name="ayush ashok" userId="6b94e82a6ad318eb" providerId="LiveId" clId="{D430E707-A84C-4BB8-ABFE-22A85AF2ADEB}" dt="2025-01-14T07:27:08.899" v="287" actId="2696"/>
        <pc:sldMkLst>
          <pc:docMk/>
          <pc:sldMk cId="486051005" sldId="263"/>
        </pc:sldMkLst>
      </pc:sldChg>
      <pc:sldChg chg="addSp delSp modSp new mod ord">
        <pc:chgData name="ayush ashok" userId="6b94e82a6ad318eb" providerId="LiveId" clId="{D430E707-A84C-4BB8-ABFE-22A85AF2ADEB}" dt="2025-01-15T06:39:51.151" v="839" actId="732"/>
        <pc:sldMkLst>
          <pc:docMk/>
          <pc:sldMk cId="747037745" sldId="263"/>
        </pc:sldMkLst>
        <pc:spChg chg="del">
          <ac:chgData name="ayush ashok" userId="6b94e82a6ad318eb" providerId="LiveId" clId="{D430E707-A84C-4BB8-ABFE-22A85AF2ADEB}" dt="2025-01-15T04:06:53.868" v="400" actId="478"/>
          <ac:spMkLst>
            <pc:docMk/>
            <pc:sldMk cId="747037745" sldId="263"/>
            <ac:spMk id="2" creationId="{2C3365BA-4C60-140F-9AFE-CB0A1EE79C51}"/>
          </ac:spMkLst>
        </pc:spChg>
        <pc:spChg chg="del mod">
          <ac:chgData name="ayush ashok" userId="6b94e82a6ad318eb" providerId="LiveId" clId="{D430E707-A84C-4BB8-ABFE-22A85AF2ADEB}" dt="2025-01-15T04:07:32.969" v="403" actId="931"/>
          <ac:spMkLst>
            <pc:docMk/>
            <pc:sldMk cId="747037745" sldId="263"/>
            <ac:spMk id="3" creationId="{0F348834-9064-CE05-E320-01C0557AF273}"/>
          </ac:spMkLst>
        </pc:spChg>
        <pc:picChg chg="add mod modCrop">
          <ac:chgData name="ayush ashok" userId="6b94e82a6ad318eb" providerId="LiveId" clId="{D430E707-A84C-4BB8-ABFE-22A85AF2ADEB}" dt="2025-01-15T06:39:51.151" v="839" actId="732"/>
          <ac:picMkLst>
            <pc:docMk/>
            <pc:sldMk cId="747037745" sldId="263"/>
            <ac:picMk id="5" creationId="{40C2BBDC-6285-7457-B9E5-0AEC7B5B9F8D}"/>
          </ac:picMkLst>
        </pc:picChg>
        <pc:picChg chg="add mod modCrop">
          <ac:chgData name="ayush ashok" userId="6b94e82a6ad318eb" providerId="LiveId" clId="{D430E707-A84C-4BB8-ABFE-22A85AF2ADEB}" dt="2025-01-15T04:11:56.325" v="454" actId="14100"/>
          <ac:picMkLst>
            <pc:docMk/>
            <pc:sldMk cId="747037745" sldId="263"/>
            <ac:picMk id="7" creationId="{F0668C52-DAA2-587D-3DFE-F08FD1989FD4}"/>
          </ac:picMkLst>
        </pc:picChg>
      </pc:sldChg>
      <pc:sldChg chg="addSp delSp modSp new mod">
        <pc:chgData name="ayush ashok" userId="6b94e82a6ad318eb" providerId="LiveId" clId="{D430E707-A84C-4BB8-ABFE-22A85AF2ADEB}" dt="2025-01-15T04:27:39.114" v="677" actId="14100"/>
        <pc:sldMkLst>
          <pc:docMk/>
          <pc:sldMk cId="3375624234" sldId="264"/>
        </pc:sldMkLst>
        <pc:spChg chg="del">
          <ac:chgData name="ayush ashok" userId="6b94e82a6ad318eb" providerId="LiveId" clId="{D430E707-A84C-4BB8-ABFE-22A85AF2ADEB}" dt="2025-01-15T04:22:57.603" v="625" actId="478"/>
          <ac:spMkLst>
            <pc:docMk/>
            <pc:sldMk cId="3375624234" sldId="264"/>
            <ac:spMk id="2" creationId="{840C5051-A96B-D14F-48D0-6C0A2E5C92C3}"/>
          </ac:spMkLst>
        </pc:spChg>
        <pc:spChg chg="del">
          <ac:chgData name="ayush ashok" userId="6b94e82a6ad318eb" providerId="LiveId" clId="{D430E707-A84C-4BB8-ABFE-22A85AF2ADEB}" dt="2025-01-15T04:23:00.307" v="626" actId="478"/>
          <ac:spMkLst>
            <pc:docMk/>
            <pc:sldMk cId="3375624234" sldId="264"/>
            <ac:spMk id="3" creationId="{FF101A42-220B-5EE6-1A76-520FFBD7ACB7}"/>
          </ac:spMkLst>
        </pc:spChg>
        <pc:spChg chg="add mod">
          <ac:chgData name="ayush ashok" userId="6b94e82a6ad318eb" providerId="LiveId" clId="{D430E707-A84C-4BB8-ABFE-22A85AF2ADEB}" dt="2025-01-15T04:25:50.562" v="655" actId="17032"/>
          <ac:spMkLst>
            <pc:docMk/>
            <pc:sldMk cId="3375624234" sldId="264"/>
            <ac:spMk id="7" creationId="{32C911D4-BEBD-4F11-07C7-B9A4098A9AFC}"/>
          </ac:spMkLst>
        </pc:spChg>
        <pc:picChg chg="add mod modCrop">
          <ac:chgData name="ayush ashok" userId="6b94e82a6ad318eb" providerId="LiveId" clId="{D430E707-A84C-4BB8-ABFE-22A85AF2ADEB}" dt="2025-01-15T04:24:03.595" v="641" actId="1076"/>
          <ac:picMkLst>
            <pc:docMk/>
            <pc:sldMk cId="3375624234" sldId="264"/>
            <ac:picMk id="5" creationId="{1500473D-FBF3-A5ED-CBE7-30EEB64F8326}"/>
          </ac:picMkLst>
        </pc:picChg>
        <pc:picChg chg="add mod modCrop">
          <ac:chgData name="ayush ashok" userId="6b94e82a6ad318eb" providerId="LiveId" clId="{D430E707-A84C-4BB8-ABFE-22A85AF2ADEB}" dt="2025-01-15T04:27:39.114" v="677" actId="14100"/>
          <ac:picMkLst>
            <pc:docMk/>
            <pc:sldMk cId="3375624234" sldId="264"/>
            <ac:picMk id="9" creationId="{7BBC681F-3E5C-2C5E-0D3D-FB3F4165DA01}"/>
          </ac:picMkLst>
        </pc:picChg>
      </pc:sldChg>
      <pc:sldChg chg="addSp delSp modSp new mod">
        <pc:chgData name="ayush ashok" userId="6b94e82a6ad318eb" providerId="LiveId" clId="{D430E707-A84C-4BB8-ABFE-22A85AF2ADEB}" dt="2025-01-15T04:38:24.720" v="743" actId="14100"/>
        <pc:sldMkLst>
          <pc:docMk/>
          <pc:sldMk cId="86725533" sldId="265"/>
        </pc:sldMkLst>
        <pc:spChg chg="del">
          <ac:chgData name="ayush ashok" userId="6b94e82a6ad318eb" providerId="LiveId" clId="{D430E707-A84C-4BB8-ABFE-22A85AF2ADEB}" dt="2025-01-15T04:37:30.142" v="729" actId="478"/>
          <ac:spMkLst>
            <pc:docMk/>
            <pc:sldMk cId="86725533" sldId="265"/>
            <ac:spMk id="2" creationId="{FBC4CF24-71FA-3A06-0D3E-EA04061FB83D}"/>
          </ac:spMkLst>
        </pc:spChg>
        <pc:spChg chg="del">
          <ac:chgData name="ayush ashok" userId="6b94e82a6ad318eb" providerId="LiveId" clId="{D430E707-A84C-4BB8-ABFE-22A85AF2ADEB}" dt="2025-01-15T04:37:32.832" v="730" actId="478"/>
          <ac:spMkLst>
            <pc:docMk/>
            <pc:sldMk cId="86725533" sldId="265"/>
            <ac:spMk id="3" creationId="{1B708927-1E8D-9A6D-529C-A2D3DA1415ED}"/>
          </ac:spMkLst>
        </pc:spChg>
        <pc:picChg chg="add mod modCrop">
          <ac:chgData name="ayush ashok" userId="6b94e82a6ad318eb" providerId="LiveId" clId="{D430E707-A84C-4BB8-ABFE-22A85AF2ADEB}" dt="2025-01-15T04:38:24.720" v="743" actId="14100"/>
          <ac:picMkLst>
            <pc:docMk/>
            <pc:sldMk cId="86725533" sldId="265"/>
            <ac:picMk id="5" creationId="{978D8D90-431A-FD64-8404-9C1174E719E6}"/>
          </ac:picMkLst>
        </pc:picChg>
      </pc:sldChg>
      <pc:sldChg chg="addSp delSp modSp new mod">
        <pc:chgData name="ayush ashok" userId="6b94e82a6ad318eb" providerId="LiveId" clId="{D430E707-A84C-4BB8-ABFE-22A85AF2ADEB}" dt="2025-01-15T04:41:24.096" v="768"/>
        <pc:sldMkLst>
          <pc:docMk/>
          <pc:sldMk cId="1847508388" sldId="266"/>
        </pc:sldMkLst>
        <pc:spChg chg="mod">
          <ac:chgData name="ayush ashok" userId="6b94e82a6ad318eb" providerId="LiveId" clId="{D430E707-A84C-4BB8-ABFE-22A85AF2ADEB}" dt="2025-01-15T04:41:12.615" v="761" actId="20577"/>
          <ac:spMkLst>
            <pc:docMk/>
            <pc:sldMk cId="1847508388" sldId="266"/>
            <ac:spMk id="2" creationId="{85A1969B-6C8F-E1A2-84C1-CE52AF19E43D}"/>
          </ac:spMkLst>
        </pc:spChg>
        <pc:spChg chg="add del mod">
          <ac:chgData name="ayush ashok" userId="6b94e82a6ad318eb" providerId="LiveId" clId="{D430E707-A84C-4BB8-ABFE-22A85AF2ADEB}" dt="2025-01-15T04:41:24.096" v="768"/>
          <ac:spMkLst>
            <pc:docMk/>
            <pc:sldMk cId="1847508388" sldId="266"/>
            <ac:spMk id="3" creationId="{0412CFDF-CAA6-6CD5-E507-8FE278A95895}"/>
          </ac:spMkLst>
        </pc:spChg>
        <pc:spChg chg="add mod">
          <ac:chgData name="ayush ashok" userId="6b94e82a6ad318eb" providerId="LiveId" clId="{D430E707-A84C-4BB8-ABFE-22A85AF2ADEB}" dt="2025-01-15T04:41:24.088" v="766"/>
          <ac:spMkLst>
            <pc:docMk/>
            <pc:sldMk cId="1847508388" sldId="266"/>
            <ac:spMk id="4" creationId="{1D780069-4D70-0C33-1AD9-1965DBD31E4E}"/>
          </ac:spMkLst>
        </pc:spChg>
      </pc:sldChg>
      <pc:sldChg chg="new del">
        <pc:chgData name="ayush ashok" userId="6b94e82a6ad318eb" providerId="LiveId" clId="{D430E707-A84C-4BB8-ABFE-22A85AF2ADEB}" dt="2025-01-15T04:40:54.820" v="749" actId="680"/>
        <pc:sldMkLst>
          <pc:docMk/>
          <pc:sldMk cId="2073129138" sldId="266"/>
        </pc:sldMkLst>
      </pc:sldChg>
      <pc:sldChg chg="addSp delSp modSp new del mod">
        <pc:chgData name="ayush ashok" userId="6b94e82a6ad318eb" providerId="LiveId" clId="{D430E707-A84C-4BB8-ABFE-22A85AF2ADEB}" dt="2025-01-15T05:45:02.928" v="825" actId="2696"/>
        <pc:sldMkLst>
          <pc:docMk/>
          <pc:sldMk cId="1552559250" sldId="267"/>
        </pc:sldMkLst>
        <pc:spChg chg="del">
          <ac:chgData name="ayush ashok" userId="6b94e82a6ad318eb" providerId="LiveId" clId="{D430E707-A84C-4BB8-ABFE-22A85AF2ADEB}" dt="2025-01-15T05:17:26.850" v="770" actId="478"/>
          <ac:spMkLst>
            <pc:docMk/>
            <pc:sldMk cId="1552559250" sldId="267"/>
            <ac:spMk id="2" creationId="{AA14C6F6-69A4-3368-A8BB-EA15838D162D}"/>
          </ac:spMkLst>
        </pc:spChg>
        <pc:spChg chg="del">
          <ac:chgData name="ayush ashok" userId="6b94e82a6ad318eb" providerId="LiveId" clId="{D430E707-A84C-4BB8-ABFE-22A85AF2ADEB}" dt="2025-01-15T05:17:29.230" v="771" actId="478"/>
          <ac:spMkLst>
            <pc:docMk/>
            <pc:sldMk cId="1552559250" sldId="267"/>
            <ac:spMk id="3" creationId="{7E5B2BC0-8DB2-2926-1A31-43E8421C5836}"/>
          </ac:spMkLst>
        </pc:spChg>
        <pc:picChg chg="add del mod modCrop">
          <ac:chgData name="ayush ashok" userId="6b94e82a6ad318eb" providerId="LiveId" clId="{D430E707-A84C-4BB8-ABFE-22A85AF2ADEB}" dt="2025-01-15T05:42:33.451" v="801" actId="478"/>
          <ac:picMkLst>
            <pc:docMk/>
            <pc:sldMk cId="1552559250" sldId="267"/>
            <ac:picMk id="5" creationId="{2B2EA0CB-EB69-10ED-BA23-316C8E20B9E9}"/>
          </ac:picMkLst>
        </pc:picChg>
        <pc:picChg chg="add del mod modCrop">
          <ac:chgData name="ayush ashok" userId="6b94e82a6ad318eb" providerId="LiveId" clId="{D430E707-A84C-4BB8-ABFE-22A85AF2ADEB}" dt="2025-01-15T05:43:30.415" v="812" actId="478"/>
          <ac:picMkLst>
            <pc:docMk/>
            <pc:sldMk cId="1552559250" sldId="267"/>
            <ac:picMk id="7" creationId="{0AE642CA-EF78-FFC4-9ABE-DB6256D4BAAC}"/>
          </ac:picMkLst>
        </pc:picChg>
        <pc:picChg chg="add del mod modCrop">
          <ac:chgData name="ayush ashok" userId="6b94e82a6ad318eb" providerId="LiveId" clId="{D430E707-A84C-4BB8-ABFE-22A85AF2ADEB}" dt="2025-01-15T05:44:36.727" v="823" actId="478"/>
          <ac:picMkLst>
            <pc:docMk/>
            <pc:sldMk cId="1552559250" sldId="267"/>
            <ac:picMk id="9" creationId="{FAF8BB54-0D7F-4A5C-26D4-134BC8865D6B}"/>
          </ac:picMkLst>
        </pc:picChg>
        <pc:picChg chg="add del mod modCrop">
          <ac:chgData name="ayush ashok" userId="6b94e82a6ad318eb" providerId="LiveId" clId="{D430E707-A84C-4BB8-ABFE-22A85AF2ADEB}" dt="2025-01-15T05:44:38.044" v="824" actId="478"/>
          <ac:picMkLst>
            <pc:docMk/>
            <pc:sldMk cId="1552559250" sldId="267"/>
            <ac:picMk id="11" creationId="{37428EA4-DFB9-EFF2-6FAF-3A8B779B63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832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26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77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5847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04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40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82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05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32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24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80955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987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4186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398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903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6202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3A457-D35D-47AF-BAFF-A57081E23F40}" type="datetimeFigureOut">
              <a:rPr lang="en-GB" smtClean="0"/>
              <a:t>15/01/2025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68F8F7-2F05-4B67-8245-7877CFA765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7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398A-4B05-8339-6ACB-F1F1C2D2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28280-B67E-F756-E90F-FBA39EB60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15673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Used with comparison operators to compare a value to any value in a list or subquery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Returns true if the condition applies to at least one value in the list.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360F21-B488-BBED-C744-A4575A17D7FA}"/>
              </a:ext>
            </a:extLst>
          </p:cNvPr>
          <p:cNvSpPr txBox="1">
            <a:spLocks/>
          </p:cNvSpPr>
          <p:nvPr/>
        </p:nvSpPr>
        <p:spPr>
          <a:xfrm>
            <a:off x="538332" y="4143926"/>
            <a:ext cx="8596668" cy="1567349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SELECT </a:t>
            </a:r>
            <a:r>
              <a:rPr lang="en-GB" dirty="0" err="1">
                <a:solidFill>
                  <a:srgbClr val="FF0000"/>
                </a:solidFill>
              </a:rPr>
              <a:t>EmployeeID</a:t>
            </a:r>
            <a:r>
              <a:rPr lang="en-GB" dirty="0">
                <a:solidFill>
                  <a:srgbClr val="FF0000"/>
                </a:solidFill>
              </a:rPr>
              <a:t>, FirstName, Salary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FROM Employees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WHERE Salary &gt; ANY (SELECT Salary FROM Interns);</a:t>
            </a:r>
          </a:p>
        </p:txBody>
      </p:sp>
    </p:spTree>
    <p:extLst>
      <p:ext uri="{BB962C8B-B14F-4D97-AF65-F5344CB8AC3E}">
        <p14:creationId xmlns:p14="http://schemas.microsoft.com/office/powerpoint/2010/main" val="3904914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0C2BBDC-6285-7457-B9E5-0AEC7B5B9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78" t="24863" r="15308" b="30686"/>
          <a:stretch/>
        </p:blipFill>
        <p:spPr>
          <a:xfrm>
            <a:off x="110530" y="331597"/>
            <a:ext cx="6662059" cy="3677695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0668C52-DAA2-587D-3DFE-F08FD1989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86" t="33630" r="15580" b="36871"/>
          <a:stretch/>
        </p:blipFill>
        <p:spPr>
          <a:xfrm>
            <a:off x="5215096" y="4813160"/>
            <a:ext cx="6832878" cy="193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37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0F58-4777-DB43-2F76-9D2798E1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F27D-4936-6593-CB5B-9E0A1BC19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7534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Used with comparison operators to compare a value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373365-16CB-F5D6-028B-30B341B18E62}"/>
              </a:ext>
            </a:extLst>
          </p:cNvPr>
          <p:cNvSpPr txBox="1">
            <a:spLocks/>
          </p:cNvSpPr>
          <p:nvPr/>
        </p:nvSpPr>
        <p:spPr>
          <a:xfrm>
            <a:off x="1197488" y="4103636"/>
            <a:ext cx="8596668" cy="1930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GB" sz="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B49C5A-C5D3-EC97-0C55-49D6B0D623E8}"/>
              </a:ext>
            </a:extLst>
          </p:cNvPr>
          <p:cNvSpPr txBox="1">
            <a:spLocks/>
          </p:cNvSpPr>
          <p:nvPr/>
        </p:nvSpPr>
        <p:spPr>
          <a:xfrm>
            <a:off x="789540" y="4103636"/>
            <a:ext cx="8596668" cy="2598615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GB" dirty="0">
                <a:solidFill>
                  <a:srgbClr val="FF0000"/>
                </a:solidFill>
              </a:rPr>
              <a:t>SELECT * </a:t>
            </a:r>
          </a:p>
          <a:p>
            <a:pPr marL="0" indent="0">
              <a:buFont typeface="Wingdings 3" charset="2"/>
              <a:buNone/>
            </a:pPr>
            <a:r>
              <a:rPr lang="en-GB" dirty="0">
                <a:solidFill>
                  <a:srgbClr val="FF0000"/>
                </a:solidFill>
              </a:rPr>
              <a:t>FROM Employees</a:t>
            </a:r>
          </a:p>
          <a:p>
            <a:pPr marL="0" indent="0">
              <a:buFont typeface="Wingdings 3" charset="2"/>
              <a:buNone/>
            </a:pPr>
            <a:r>
              <a:rPr lang="en-GB" dirty="0">
                <a:solidFill>
                  <a:srgbClr val="FF0000"/>
                </a:solidFill>
              </a:rPr>
              <a:t>WHERE Salary &gt; ALL (SELECT Salary FROM Interns);</a:t>
            </a:r>
          </a:p>
          <a:p>
            <a:pPr marL="0" indent="0">
              <a:buFont typeface="Wingdings 3" charset="2"/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/>
              <a:t>This query selects all employees whose salary is greater than the salaries of all interns.</a:t>
            </a:r>
          </a:p>
          <a:p>
            <a:pPr marL="0" indent="0">
              <a:buFont typeface="Wingdings 3" charset="2"/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0" indent="0">
              <a:buFont typeface="Wingdings 3" charset="2"/>
              <a:buNone/>
            </a:pP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68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7E1E-430D-06C7-419C-2DD610229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into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64539-A0B5-F3C3-4857-033FF2C4D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547067"/>
            <a:ext cx="8596668" cy="2813539"/>
          </a:xfr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SELECT * INTO </a:t>
            </a:r>
            <a:r>
              <a:rPr lang="en-GB" dirty="0" err="1">
                <a:solidFill>
                  <a:srgbClr val="FF0000"/>
                </a:solidFill>
              </a:rPr>
              <a:t>BackupEmployees</a:t>
            </a: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FROM Employees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WHERE Department = 'HR’;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creates a new table called </a:t>
            </a:r>
            <a:r>
              <a:rPr lang="en-GB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BackupEmployees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copies all HR employees into it. </a:t>
            </a: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35DFE3-A57B-9677-B67A-769C434E2502}"/>
              </a:ext>
            </a:extLst>
          </p:cNvPr>
          <p:cNvSpPr txBox="1">
            <a:spLocks/>
          </p:cNvSpPr>
          <p:nvPr/>
        </p:nvSpPr>
        <p:spPr>
          <a:xfrm>
            <a:off x="677334" y="1808215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Creates a new table and inserts data into it as part of the query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You cannot specify column names for the target table because the table is created dynamically.</a:t>
            </a:r>
          </a:p>
        </p:txBody>
      </p:sp>
    </p:spTree>
    <p:extLst>
      <p:ext uri="{BB962C8B-B14F-4D97-AF65-F5344CB8AC3E}">
        <p14:creationId xmlns:p14="http://schemas.microsoft.com/office/powerpoint/2010/main" val="85480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6385-A0D7-20C5-1637-1EAC7CB0A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Insert into 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2DE08-AA41-D452-F9E0-519C0E09C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19374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The INSERT INTO SELECT statement in SQL is used to copy data from one table (or query) into another table. It allows you to insert rows into a table based on the result of a SELECT query.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Requires the target table to exist before running the query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961420-9A76-27F7-C9DE-52058225E896}"/>
              </a:ext>
            </a:extLst>
          </p:cNvPr>
          <p:cNvSpPr txBox="1">
            <a:spLocks/>
          </p:cNvSpPr>
          <p:nvPr/>
        </p:nvSpPr>
        <p:spPr>
          <a:xfrm>
            <a:off x="677334" y="4578151"/>
            <a:ext cx="8596668" cy="1937463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INSERT INTO </a:t>
            </a:r>
            <a:r>
              <a:rPr lang="en-GB" dirty="0" err="1">
                <a:solidFill>
                  <a:srgbClr val="C00000"/>
                </a:solidFill>
              </a:rPr>
              <a:t>target_table</a:t>
            </a:r>
            <a:r>
              <a:rPr lang="en-GB" dirty="0">
                <a:solidFill>
                  <a:srgbClr val="C00000"/>
                </a:solidFill>
              </a:rPr>
              <a:t> (column1, column2, ...)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SELECT column1, column2, ...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FROM </a:t>
            </a:r>
            <a:r>
              <a:rPr lang="en-GB" dirty="0" err="1">
                <a:solidFill>
                  <a:srgbClr val="C00000"/>
                </a:solidFill>
              </a:rPr>
              <a:t>source_table</a:t>
            </a:r>
            <a:endParaRPr lang="en-GB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WHERE condition; -- (Optional)</a:t>
            </a:r>
          </a:p>
        </p:txBody>
      </p:sp>
    </p:spTree>
    <p:extLst>
      <p:ext uri="{BB962C8B-B14F-4D97-AF65-F5344CB8AC3E}">
        <p14:creationId xmlns:p14="http://schemas.microsoft.com/office/powerpoint/2010/main" val="5270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00473D-FBF3-A5ED-CBE7-30EEB64F8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65" t="32088" r="16757" b="47252"/>
          <a:stretch/>
        </p:blipFill>
        <p:spPr>
          <a:xfrm>
            <a:off x="368440" y="4564463"/>
            <a:ext cx="5727560" cy="17358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C911D4-BEBD-4F11-07C7-B9A4098A9AFC}"/>
              </a:ext>
            </a:extLst>
          </p:cNvPr>
          <p:cNvSpPr txBox="1"/>
          <p:nvPr/>
        </p:nvSpPr>
        <p:spPr>
          <a:xfrm>
            <a:off x="520002" y="805097"/>
            <a:ext cx="8171822" cy="1477328"/>
          </a:xfrm>
          <a:prstGeom prst="rect">
            <a:avLst/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>
              <a:buFont typeface="Wingdings 3" charset="2"/>
              <a:buNone/>
            </a:pPr>
            <a:r>
              <a:rPr lang="en-GB" dirty="0">
                <a:solidFill>
                  <a:srgbClr val="C00000"/>
                </a:solidFill>
              </a:rPr>
              <a:t>INSERT INTO </a:t>
            </a:r>
            <a:r>
              <a:rPr lang="en-GB" dirty="0" err="1">
                <a:solidFill>
                  <a:srgbClr val="C00000"/>
                </a:solidFill>
              </a:rPr>
              <a:t>BackupEmployees</a:t>
            </a:r>
            <a:r>
              <a:rPr lang="en-GB" dirty="0">
                <a:solidFill>
                  <a:srgbClr val="C00000"/>
                </a:solidFill>
              </a:rPr>
              <a:t> (</a:t>
            </a:r>
            <a:r>
              <a:rPr lang="en-GB" dirty="0" err="1">
                <a:solidFill>
                  <a:srgbClr val="C00000"/>
                </a:solidFill>
              </a:rPr>
              <a:t>EmployeeID</a:t>
            </a:r>
            <a:r>
              <a:rPr lang="en-GB" dirty="0">
                <a:solidFill>
                  <a:srgbClr val="C00000"/>
                </a:solidFill>
              </a:rPr>
              <a:t>, FirstName, </a:t>
            </a:r>
            <a:r>
              <a:rPr lang="en-GB" dirty="0" err="1">
                <a:solidFill>
                  <a:srgbClr val="C00000"/>
                </a:solidFill>
              </a:rPr>
              <a:t>LastName</a:t>
            </a:r>
            <a:r>
              <a:rPr lang="en-GB" dirty="0">
                <a:solidFill>
                  <a:srgbClr val="C00000"/>
                </a:solidFill>
              </a:rPr>
              <a:t>, Salary)</a:t>
            </a:r>
          </a:p>
          <a:p>
            <a:pPr marL="0" indent="0">
              <a:buFont typeface="Wingdings 3" charset="2"/>
              <a:buNone/>
            </a:pPr>
            <a:endParaRPr lang="en-GB" dirty="0">
              <a:solidFill>
                <a:srgbClr val="C00000"/>
              </a:solidFill>
            </a:endParaRPr>
          </a:p>
          <a:p>
            <a:pPr marL="0" indent="0">
              <a:buFont typeface="Wingdings 3" charset="2"/>
              <a:buNone/>
            </a:pPr>
            <a:r>
              <a:rPr lang="en-GB" dirty="0">
                <a:solidFill>
                  <a:srgbClr val="C00000"/>
                </a:solidFill>
              </a:rPr>
              <a:t>SELECT </a:t>
            </a:r>
            <a:r>
              <a:rPr lang="en-GB" dirty="0" err="1">
                <a:solidFill>
                  <a:srgbClr val="C00000"/>
                </a:solidFill>
              </a:rPr>
              <a:t>EmployeeID</a:t>
            </a:r>
            <a:r>
              <a:rPr lang="en-GB" dirty="0">
                <a:solidFill>
                  <a:srgbClr val="C00000"/>
                </a:solidFill>
              </a:rPr>
              <a:t>, FirstName, </a:t>
            </a:r>
            <a:r>
              <a:rPr lang="en-GB" dirty="0" err="1">
                <a:solidFill>
                  <a:srgbClr val="C00000"/>
                </a:solidFill>
              </a:rPr>
              <a:t>LastName</a:t>
            </a:r>
            <a:r>
              <a:rPr lang="en-GB" dirty="0">
                <a:solidFill>
                  <a:srgbClr val="C00000"/>
                </a:solidFill>
              </a:rPr>
              <a:t>, Salary</a:t>
            </a:r>
          </a:p>
          <a:p>
            <a:pPr marL="0" indent="0">
              <a:buFont typeface="Wingdings 3" charset="2"/>
              <a:buNone/>
            </a:pPr>
            <a:endParaRPr lang="en-GB" dirty="0">
              <a:solidFill>
                <a:srgbClr val="C00000"/>
              </a:solidFill>
            </a:endParaRPr>
          </a:p>
          <a:p>
            <a:pPr marL="0" indent="0">
              <a:buFont typeface="Wingdings 3" charset="2"/>
              <a:buNone/>
            </a:pPr>
            <a:r>
              <a:rPr lang="en-GB" dirty="0">
                <a:solidFill>
                  <a:srgbClr val="C00000"/>
                </a:solidFill>
              </a:rPr>
              <a:t>FROM Employees;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BC681F-3E5C-2C5E-0D3D-FB3F4165D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28" t="41759" r="15853" b="36700"/>
          <a:stretch/>
        </p:blipFill>
        <p:spPr>
          <a:xfrm>
            <a:off x="6290269" y="4575575"/>
            <a:ext cx="5817995" cy="1724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2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969B-6C8F-E1A2-84C1-CE52AF19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2CFDF-CAA6-6CD5-E507-8FE278A95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CASE expression goes through conditions and returns a value when the first condition is met (like an if-then-else statement). So, once a condition is true, it will stop reading and return the result. If no conditions are true, it returns the value in the ELSE clause.</a:t>
            </a:r>
          </a:p>
        </p:txBody>
      </p:sp>
    </p:spTree>
    <p:extLst>
      <p:ext uri="{BB962C8B-B14F-4D97-AF65-F5344CB8AC3E}">
        <p14:creationId xmlns:p14="http://schemas.microsoft.com/office/powerpoint/2010/main" val="1847508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9BBDD-0C59-ED07-5FDD-A42190C5E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8462"/>
            <a:ext cx="9320776" cy="4943596"/>
          </a:xfr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SELECT 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    </a:t>
            </a:r>
            <a:r>
              <a:rPr lang="en-GB" dirty="0" err="1">
                <a:solidFill>
                  <a:srgbClr val="C00000"/>
                </a:solidFill>
              </a:rPr>
              <a:t>EmployeeID</a:t>
            </a:r>
            <a:r>
              <a:rPr lang="en-GB" dirty="0">
                <a:solidFill>
                  <a:srgbClr val="C00000"/>
                </a:solidFill>
              </a:rPr>
              <a:t>,            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    FirstName,             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    </a:t>
            </a:r>
            <a:r>
              <a:rPr lang="en-GB" dirty="0" err="1">
                <a:solidFill>
                  <a:srgbClr val="C00000"/>
                </a:solidFill>
              </a:rPr>
              <a:t>LastName</a:t>
            </a:r>
            <a:r>
              <a:rPr lang="en-GB" dirty="0">
                <a:solidFill>
                  <a:srgbClr val="C00000"/>
                </a:solidFill>
              </a:rPr>
              <a:t>,              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    CASE 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        WHEN Department = 'HR' THEN 'Human Resources'        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        WHEN Department = 'IT' THEN 'Information Technology'   .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        ELSE 'Other'                                          -- For all other values of Department, 												return 'Other'.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    END AS </a:t>
            </a:r>
            <a:r>
              <a:rPr lang="en-GB" dirty="0" err="1">
                <a:solidFill>
                  <a:srgbClr val="C00000"/>
                </a:solidFill>
              </a:rPr>
              <a:t>DepartmentName</a:t>
            </a:r>
            <a:r>
              <a:rPr lang="en-GB" dirty="0">
                <a:solidFill>
                  <a:srgbClr val="C00000"/>
                </a:solidFill>
              </a:rPr>
              <a:t>  				-- The transformed result is given the alias 															'</a:t>
            </a:r>
            <a:r>
              <a:rPr lang="en-GB" dirty="0" err="1">
                <a:solidFill>
                  <a:srgbClr val="C00000"/>
                </a:solidFill>
              </a:rPr>
              <a:t>DepartmentName</a:t>
            </a:r>
            <a:r>
              <a:rPr lang="en-GB" dirty="0">
                <a:solidFill>
                  <a:srgbClr val="C00000"/>
                </a:solidFill>
              </a:rPr>
              <a:t>'.</a:t>
            </a:r>
          </a:p>
          <a:p>
            <a:pPr marL="0" indent="0">
              <a:buNone/>
            </a:pPr>
            <a:r>
              <a:rPr lang="en-GB" dirty="0">
                <a:solidFill>
                  <a:srgbClr val="C00000"/>
                </a:solidFill>
              </a:rPr>
              <a:t>FROM Employees;           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3710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78D8D90-431A-FD64-8404-9C1174E71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50" t="29597" r="14286" b="27912"/>
          <a:stretch/>
        </p:blipFill>
        <p:spPr>
          <a:xfrm>
            <a:off x="1587639" y="1125416"/>
            <a:ext cx="7586506" cy="411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55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426</TotalTime>
  <Words>403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Trebuchet MS</vt:lpstr>
      <vt:lpstr>Wingdings</vt:lpstr>
      <vt:lpstr>Wingdings 3</vt:lpstr>
      <vt:lpstr>Facet</vt:lpstr>
      <vt:lpstr>Any</vt:lpstr>
      <vt:lpstr>PowerPoint Presentation</vt:lpstr>
      <vt:lpstr>All</vt:lpstr>
      <vt:lpstr>Select into</vt:lpstr>
      <vt:lpstr>Insert into select</vt:lpstr>
      <vt:lpstr>PowerPoint Presentation</vt:lpstr>
      <vt:lpstr>Case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ashok</dc:creator>
  <cp:lastModifiedBy>ayush ashok</cp:lastModifiedBy>
  <cp:revision>1</cp:revision>
  <dcterms:created xsi:type="dcterms:W3CDTF">2025-01-14T04:26:44Z</dcterms:created>
  <dcterms:modified xsi:type="dcterms:W3CDTF">2025-01-15T06:39:52Z</dcterms:modified>
</cp:coreProperties>
</file>